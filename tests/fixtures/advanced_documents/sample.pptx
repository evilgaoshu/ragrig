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 standalone="yes"?><p:presentation xmlns:p="http://schemas.openxmlformats.org/presentationml/2006/main"><p:sldIdLst><p:sldId id="256" r:id="rId2"/><p:sldId id="257" r:id="rId3"/></p:sldIdLst><p:sldSz cx="9144000" cy="6858000"/></p:presentation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>
  <p:cSld>
    <p:spTree>
      <p:nvGrpSpPr>
        <p:nvPr/>
        <p:cNvPr id="1" name=""/>
        <p:nvGrpSpPr/>
      </p:nvGrpSpPr>
      <p:sp>
        <p:nvSpPr>
          <p:cNvPr id="2" name="Title 1"/>
          <p:nvSpPr/>
          <p:prstTxWarp/>
        </p:nvSpPr>
        <p:spPr/>
        <p:txBody>
          <a:p xmlns:a="http://schemas.openxmlformats.org/drawingml/2006/main">
            <a:r>
              <a:t>Hello from RAGRig PPTX fixture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nvPr/>
        <p:cNvPr id="1" name=""/>
        <p:nvGrpSpPr/>
      </p:nvGrpSpPr>
      <p:sp>
        <p:nvSpPr>
          <p:cNvPr id="2" name="Title 2"/>
          <p:nvSpPr/>
          <p:prstTxWarp/>
        </p:nvSpPr>
        <p:spPr/>
        <p:txBody>
          <a:p xmlns:a="http://schemas.openxmlformats.org/drawingml/2006/main">
            <a:r>
              <a:t>Slide two</a:t>
            </a:r>
          </a:p>
        </p:txBody>
      </p:sp>
    </p:spTree>
  </p:cSld>
</p:sld>
</file>